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– integration of structured + unstructured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</a:rPr>
              <a:t>AI Dashboard 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Unified workspace for models, ontology, prompts, AI chat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Branch: three-panel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</a:rPr>
              <a:t>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Next.js App Router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Redux modelSlice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LLM integration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Modular builders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A0000"/>
                </a:solidFill>
              </a:rPr>
              <a:t>(Missing image: architecture.png)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</a:rPr>
              <a:t>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Prompt -&gt; AI -&gt; OutputPanel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mergeModels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Redux update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UI re-render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A0000"/>
                </a:solidFill>
              </a:rPr>
              <a:t>(Missing image: data-flow.png)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</a:rPr>
              <a:t>OutputPanel Anatomy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Three tabs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Dispatch button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Markdown preview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Modelview card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A0000"/>
                </a:solidFill>
              </a:rPr>
              <a:t>(Missing image: panel-anatomy.png)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</a:rPr>
              <a:t>Model Merge Logic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Union by 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Incoming overrides scalar fields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Preserves modelviews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A0000"/>
                </a:solidFill>
              </a:rPr>
              <a:t>(Missing image: model-merge.png)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</a:rPr>
              <a:t>State Layers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UI dispatches actions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Slice holds canonical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Schemas underpin types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A0000"/>
                </a:solidFill>
              </a:rPr>
              <a:t>(Missing image: state-layers.png)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</a:rPr>
              <a:t>Builders Ecosystem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Domain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Model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Ontology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Prompt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IRTV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A0000"/>
                </a:solidFill>
              </a:rPr>
              <a:t>(Missing image: ecosystem.png)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</a:rPr>
              <a:t>Testing &amp; Quality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Jest setup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Add reducer tests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Snapshot UI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Schema validation tests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</a:rPr>
              <a:t>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Persistence layer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Graph visualization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Autosave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Versioning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Plugin pipeline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Integrated AI modeling loop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Extensible modules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020"/>
                </a:solidFill>
              </a:rPr>
              <a:t>• Structured + unstructured synergy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Your 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Dashboard App</dc:title>
  <dc:subject>PptxGenJS Presentation</dc:subject>
  <dc:creator>AI Dashboard Auto-Gen</dc:creator>
  <cp:lastModifiedBy>AI Dashboard Auto-Gen</cp:lastModifiedBy>
  <cp:revision>1</cp:revision>
  <dcterms:created xsi:type="dcterms:W3CDTF">2025-08-12T05:12:30Z</dcterms:created>
  <dcterms:modified xsi:type="dcterms:W3CDTF">2025-08-12T05:12:30Z</dcterms:modified>
</cp:coreProperties>
</file>